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20"/>
    <p:restoredTop sz="94728"/>
  </p:normalViewPr>
  <p:slideViewPr>
    <p:cSldViewPr snapToGrid="0">
      <p:cViewPr varScale="1">
        <p:scale>
          <a:sx n="97" d="100"/>
          <a:sy n="97" d="100"/>
        </p:scale>
        <p:origin x="4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88FE-DEFE-8247-EE78-7805CC987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FE417-F87F-9F54-3F34-FF021C113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D248E-C727-838A-8B79-7D0573C9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C0667-10F7-260A-EE6E-C0E8042E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71D55-48E5-4894-B15D-6D767D61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5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6693-D92F-5D56-67EB-403E7B80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2CBD-9ED9-3B69-8E2E-E45989975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CBA51-2A83-27DB-97A6-846C89DF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2203-50B2-70F2-F6E6-4E18C693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A44F5-68DD-CB90-3FB9-B1AFE2FE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499A-FC09-A571-DF6D-D9202728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E425C-4A3C-27C3-0A0B-3C0ADDB2B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9BF5D-CB91-341C-FD09-FB3E4BB8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B85F2-3D39-BD7C-32D1-66C3A112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D53CF-2161-E245-5B92-6279228D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2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6D79-F794-F70E-4712-7BEEA470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93A7-81CB-CE58-CD3F-3D7E9D320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7669-D33B-F865-AE9F-C95C5C307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C4E7F-AC84-2A38-8E2C-0381C838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15778-0175-8C5A-18A2-6305D0E9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A22EB-99E2-1DE0-6675-F1814D3F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2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7BCA-D9E9-6EC5-03D9-1E614ABC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8FD3C-8DA9-E79F-0F9E-C0F7422BE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FC933-C9A2-3D5A-AB32-FE37F025E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FDB20-FBF7-2A22-0ED7-F30935904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EAB84-635A-B04A-7745-F6C005AB7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64577-03BC-2A02-5DFF-88CB9EFC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CAA103-5386-EFF0-480F-22C55EE3A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89A4F-207E-92BE-DC6C-916610D9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9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45C5-DEF3-8782-F7DC-C401EF75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BBF39-B626-FFFB-08CE-EC7C3EA08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8B8C7-2383-AC10-61A3-79C68263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900A7-6D49-193D-EC25-2FC0631C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2F36B-425D-F7DB-94B3-2DBB3472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D8C04-9C5C-6A6A-59CC-5D008D98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5E9D8-5757-B4E1-E100-4C32A051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0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C13-ADE4-EC01-D617-E73ACC0D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52BC-4C29-89B6-9FDE-F25510DED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F35BF-33F6-1BC5-63F5-739B0EB29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E3F5F-C3C9-2889-884F-0192BAE0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E8B09-14DF-A41C-14FF-153D5DB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AB2A3-9107-18EE-1C3F-6E5531C8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D813-377F-B2C5-F864-DBE5C630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ED8C8-A452-FF52-6AA7-7FD78259B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D50B-0108-44E3-F98B-FEC4EBA0B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77796-005B-A34B-C1B0-91297DD6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20F74-C83D-247A-BCA3-B41271D7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CE8D8-93B2-449D-3C2B-F200929D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57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A927-9A42-8F6F-2FE5-52D23E99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87482-9D82-08B9-6A82-9523BF19C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158C-8634-7E05-9AB9-F99B87EC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3B8DA-5382-03EC-B61F-A830C5CE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ECED4-61A1-EE79-826F-DB993C49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26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A65A6-1A8D-5BA2-5A8D-EFD65B004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B1F8D-D750-2656-995E-0871EE0A6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571FF-53D9-4D1F-CB95-52D49A04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3FA6E-1284-0FFE-52E8-456BFB03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6EB1D-92B5-8446-9F80-566BB293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D5198-EAE4-C5DB-01F8-D6020248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A768E-16F8-2280-EF61-DA26F7EDE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5A0D0-5130-9B96-FAED-461D64020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87C1E-7620-AD4E-A9F4-3DFC39E6D9D7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32296-18FC-D28D-B0D1-E4B7CEAC5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0211-3737-F09B-9134-A72085926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12C47-77B8-894E-B495-FC8917556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922916-06B0-8C28-5540-18CF55659175}"/>
                  </a:ext>
                </a:extLst>
              </p:cNvPr>
              <p:cNvSpPr txBox="1"/>
              <p:nvPr/>
            </p:nvSpPr>
            <p:spPr>
              <a:xfrm>
                <a:off x="4044505" y="1851726"/>
                <a:ext cx="62279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922916-06B0-8C28-5540-18CF55659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505" y="1851726"/>
                <a:ext cx="622798" cy="769441"/>
              </a:xfrm>
              <a:prstGeom prst="rect">
                <a:avLst/>
              </a:prstGeom>
              <a:blipFill>
                <a:blip r:embed="rId2"/>
                <a:stretch>
                  <a:fillRect l="-6000" t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6F7681-922F-56F5-7B88-513CA959B5C2}"/>
              </a:ext>
            </a:extLst>
          </p:cNvPr>
          <p:cNvCxnSpPr>
            <a:cxnSpLocks/>
          </p:cNvCxnSpPr>
          <p:nvPr/>
        </p:nvCxnSpPr>
        <p:spPr>
          <a:xfrm>
            <a:off x="5729637" y="1016000"/>
            <a:ext cx="817217" cy="2413000"/>
          </a:xfrm>
          <a:prstGeom prst="line">
            <a:avLst/>
          </a:prstGeom>
          <a:ln w="50800">
            <a:solidFill>
              <a:schemeClr val="accent2"/>
            </a:solidFill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F40DB07-3769-70E7-DAA7-FB8B1BF8B183}"/>
              </a:ext>
            </a:extLst>
          </p:cNvPr>
          <p:cNvSpPr/>
          <p:nvPr/>
        </p:nvSpPr>
        <p:spPr>
          <a:xfrm rot="19027073">
            <a:off x="3968251" y="3320395"/>
            <a:ext cx="5433391" cy="119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6EBB44-5307-13BD-8859-E38E53B64BAE}"/>
              </a:ext>
            </a:extLst>
          </p:cNvPr>
          <p:cNvCxnSpPr>
            <a:cxnSpLocks/>
          </p:cNvCxnSpPr>
          <p:nvPr/>
        </p:nvCxnSpPr>
        <p:spPr>
          <a:xfrm flipH="1" flipV="1">
            <a:off x="4182533" y="2472267"/>
            <a:ext cx="2324284" cy="956733"/>
          </a:xfrm>
          <a:prstGeom prst="line">
            <a:avLst/>
          </a:prstGeom>
          <a:ln w="50800">
            <a:solidFill>
              <a:schemeClr val="accent2"/>
            </a:solidFill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B3054E-C619-C7B4-0644-428B5F7278CE}"/>
              </a:ext>
            </a:extLst>
          </p:cNvPr>
          <p:cNvCxnSpPr>
            <a:cxnSpLocks/>
          </p:cNvCxnSpPr>
          <p:nvPr/>
        </p:nvCxnSpPr>
        <p:spPr>
          <a:xfrm flipH="1" flipV="1">
            <a:off x="6580895" y="3481628"/>
            <a:ext cx="886703" cy="988772"/>
          </a:xfrm>
          <a:prstGeom prst="line">
            <a:avLst/>
          </a:prstGeom>
          <a:ln w="60325">
            <a:solidFill>
              <a:schemeClr val="tx2">
                <a:lumMod val="75000"/>
                <a:lumOff val="25000"/>
              </a:schemeClr>
            </a:solidFill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F07C4D-38F3-77DC-F624-EC698BA0AE2F}"/>
              </a:ext>
            </a:extLst>
          </p:cNvPr>
          <p:cNvCxnSpPr>
            <a:cxnSpLocks/>
          </p:cNvCxnSpPr>
          <p:nvPr/>
        </p:nvCxnSpPr>
        <p:spPr>
          <a:xfrm flipH="1" flipV="1">
            <a:off x="6580720" y="3530968"/>
            <a:ext cx="886878" cy="2480365"/>
          </a:xfrm>
          <a:prstGeom prst="line">
            <a:avLst/>
          </a:prstGeom>
          <a:ln w="50800">
            <a:solidFill>
              <a:schemeClr val="accent5"/>
            </a:solidFill>
            <a:prstDash val="sysDash"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4DB4AD1-3141-D697-27BC-1B9917B77463}"/>
              </a:ext>
            </a:extLst>
          </p:cNvPr>
          <p:cNvCxnSpPr>
            <a:cxnSpLocks/>
          </p:cNvCxnSpPr>
          <p:nvPr/>
        </p:nvCxnSpPr>
        <p:spPr>
          <a:xfrm>
            <a:off x="3941599" y="2222500"/>
            <a:ext cx="3712268" cy="3975100"/>
          </a:xfrm>
          <a:prstGeom prst="line">
            <a:avLst/>
          </a:prstGeom>
          <a:ln w="444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7C34C1-B181-9924-395B-8F6DA857CB14}"/>
                  </a:ext>
                </a:extLst>
              </p:cNvPr>
              <p:cNvSpPr txBox="1"/>
              <p:nvPr/>
            </p:nvSpPr>
            <p:spPr>
              <a:xfrm>
                <a:off x="7113494" y="3499361"/>
                <a:ext cx="63350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7C34C1-B181-9924-395B-8F6DA857C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494" y="3499361"/>
                <a:ext cx="633507" cy="769441"/>
              </a:xfrm>
              <a:prstGeom prst="rect">
                <a:avLst/>
              </a:prstGeom>
              <a:blipFill>
                <a:blip r:embed="rId3"/>
                <a:stretch>
                  <a:fillRect t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A55DDE8-1B9F-BC92-9CF8-F61D669A9BAD}"/>
                  </a:ext>
                </a:extLst>
              </p:cNvPr>
              <p:cNvSpPr txBox="1"/>
              <p:nvPr/>
            </p:nvSpPr>
            <p:spPr>
              <a:xfrm>
                <a:off x="5957922" y="1293436"/>
                <a:ext cx="63818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A55DDE8-1B9F-BC92-9CF8-F61D669A9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922" y="1293436"/>
                <a:ext cx="63818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FD4636C-97FE-EE46-C45F-652FA114CC27}"/>
                  </a:ext>
                </a:extLst>
              </p:cNvPr>
              <p:cNvSpPr txBox="1"/>
              <p:nvPr/>
            </p:nvSpPr>
            <p:spPr>
              <a:xfrm>
                <a:off x="6379510" y="2658656"/>
                <a:ext cx="64761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FD4636C-97FE-EE46-C45F-652FA114C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510" y="2658656"/>
                <a:ext cx="647613" cy="707886"/>
              </a:xfrm>
              <a:prstGeom prst="rect">
                <a:avLst/>
              </a:prstGeom>
              <a:blipFill>
                <a:blip r:embed="rId6"/>
                <a:stretch>
                  <a:fillRect l="-3846" r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20266A-B7B2-967D-533F-013D3EAEDC7F}"/>
                  </a:ext>
                </a:extLst>
              </p:cNvPr>
              <p:cNvSpPr txBox="1"/>
              <p:nvPr/>
            </p:nvSpPr>
            <p:spPr>
              <a:xfrm>
                <a:off x="3600232" y="2467521"/>
                <a:ext cx="61927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20266A-B7B2-967D-533F-013D3EAED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232" y="2467521"/>
                <a:ext cx="619272" cy="707886"/>
              </a:xfrm>
              <a:prstGeom prst="rect">
                <a:avLst/>
              </a:prstGeom>
              <a:blipFill>
                <a:blip r:embed="rId7"/>
                <a:stretch>
                  <a:fillRect l="-4000" r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66A421-E3D5-59B3-A5E4-7CB52BBB033B}"/>
                  </a:ext>
                </a:extLst>
              </p:cNvPr>
              <p:cNvSpPr txBox="1"/>
              <p:nvPr/>
            </p:nvSpPr>
            <p:spPr>
              <a:xfrm>
                <a:off x="5035039" y="3799774"/>
                <a:ext cx="63927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66A421-E3D5-59B3-A5E4-7CB52BBB0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039" y="3799774"/>
                <a:ext cx="639278" cy="707886"/>
              </a:xfrm>
              <a:prstGeom prst="rect">
                <a:avLst/>
              </a:prstGeom>
              <a:blipFill>
                <a:blip r:embed="rId8"/>
                <a:stretch>
                  <a:fillRect l="-3922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13136BE-AB60-A877-F00E-FAFAF826ECBE}"/>
                  </a:ext>
                </a:extLst>
              </p:cNvPr>
              <p:cNvSpPr txBox="1"/>
              <p:nvPr/>
            </p:nvSpPr>
            <p:spPr>
              <a:xfrm>
                <a:off x="6927154" y="5810120"/>
                <a:ext cx="61760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13136BE-AB60-A877-F00E-FAFAF826E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154" y="5810120"/>
                <a:ext cx="617605" cy="707886"/>
              </a:xfrm>
              <a:prstGeom prst="rect">
                <a:avLst/>
              </a:prstGeom>
              <a:blipFill>
                <a:blip r:embed="rId9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1C53D756-6450-5CC6-D416-A320915F57EB}"/>
              </a:ext>
            </a:extLst>
          </p:cNvPr>
          <p:cNvSpPr txBox="1"/>
          <p:nvPr/>
        </p:nvSpPr>
        <p:spPr>
          <a:xfrm>
            <a:off x="8704407" y="1293436"/>
            <a:ext cx="965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Wall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2BB1D4-1769-EDF4-840D-C1A357FCE6A6}"/>
              </a:ext>
            </a:extLst>
          </p:cNvPr>
          <p:cNvSpPr/>
          <p:nvPr/>
        </p:nvSpPr>
        <p:spPr>
          <a:xfrm>
            <a:off x="5687569" y="4115948"/>
            <a:ext cx="178660" cy="1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E7E2079-1849-968B-CBB1-330A1520F599}"/>
              </a:ext>
            </a:extLst>
          </p:cNvPr>
          <p:cNvSpPr/>
          <p:nvPr/>
        </p:nvSpPr>
        <p:spPr>
          <a:xfrm>
            <a:off x="7360425" y="5891411"/>
            <a:ext cx="178660" cy="1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30063-D1AB-AF9C-04B8-55835004DA4D}"/>
              </a:ext>
            </a:extLst>
          </p:cNvPr>
          <p:cNvSpPr/>
          <p:nvPr/>
        </p:nvSpPr>
        <p:spPr>
          <a:xfrm>
            <a:off x="4089399" y="2391708"/>
            <a:ext cx="178660" cy="1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5D3D892-F8CF-9A04-2DE5-4700CA809368}"/>
              </a:ext>
            </a:extLst>
          </p:cNvPr>
          <p:cNvSpPr/>
          <p:nvPr/>
        </p:nvSpPr>
        <p:spPr>
          <a:xfrm>
            <a:off x="6477702" y="3377339"/>
            <a:ext cx="178660" cy="1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BAE624F-2C16-AF21-8214-B34595FCC6F6}"/>
              </a:ext>
            </a:extLst>
          </p:cNvPr>
          <p:cNvCxnSpPr>
            <a:cxnSpLocks/>
          </p:cNvCxnSpPr>
          <p:nvPr/>
        </p:nvCxnSpPr>
        <p:spPr>
          <a:xfrm>
            <a:off x="4093999" y="837646"/>
            <a:ext cx="3712268" cy="3975100"/>
          </a:xfrm>
          <a:prstGeom prst="line">
            <a:avLst/>
          </a:prstGeom>
          <a:ln w="444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71888C-E7E3-3CC2-26A1-E28281DB7648}"/>
                  </a:ext>
                </a:extLst>
              </p:cNvPr>
              <p:cNvSpPr txBox="1"/>
              <p:nvPr/>
            </p:nvSpPr>
            <p:spPr>
              <a:xfrm>
                <a:off x="5354678" y="2505280"/>
                <a:ext cx="55245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71888C-E7E3-3CC2-26A1-E28281DB7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678" y="2505280"/>
                <a:ext cx="552459" cy="646331"/>
              </a:xfrm>
              <a:prstGeom prst="rect">
                <a:avLst/>
              </a:prstGeom>
              <a:blipFill>
                <a:blip r:embed="rId10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DD3860-7821-3881-2498-19A27204EE90}"/>
                  </a:ext>
                </a:extLst>
              </p:cNvPr>
              <p:cNvSpPr txBox="1"/>
              <p:nvPr/>
            </p:nvSpPr>
            <p:spPr>
              <a:xfrm>
                <a:off x="5759914" y="2222500"/>
                <a:ext cx="55245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DD3860-7821-3881-2498-19A27204E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914" y="2222500"/>
                <a:ext cx="552459" cy="646331"/>
              </a:xfrm>
              <a:prstGeom prst="rect">
                <a:avLst/>
              </a:prstGeom>
              <a:blipFill>
                <a:blip r:embed="rId11"/>
                <a:stretch>
                  <a:fillRect l="-4545" r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56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3</cp:revision>
  <dcterms:created xsi:type="dcterms:W3CDTF">2026-02-09T21:45:33Z</dcterms:created>
  <dcterms:modified xsi:type="dcterms:W3CDTF">2026-02-10T02:37:57Z</dcterms:modified>
</cp:coreProperties>
</file>