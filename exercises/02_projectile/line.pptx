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62"/>
    <p:restoredTop sz="94728"/>
  </p:normalViewPr>
  <p:slideViewPr>
    <p:cSldViewPr snapToGrid="0">
      <p:cViewPr varScale="1">
        <p:scale>
          <a:sx n="70" d="100"/>
          <a:sy n="70" d="100"/>
        </p:scale>
        <p:origin x="216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588FE-DEFE-8247-EE78-7805CC987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AFE417-F87F-9F54-3F34-FF021C113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D248E-C727-838A-8B79-7D0573C9B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C1E-7620-AD4E-A9F4-3DFC39E6D9D7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C0667-10F7-260A-EE6E-C0E8042E3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71D55-48E5-4894-B15D-6D767D61B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56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6693-D92F-5D56-67EB-403E7B80A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82CBD-9ED9-3B69-8E2E-E45989975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CBA51-2A83-27DB-97A6-846C89DFD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C1E-7620-AD4E-A9F4-3DFC39E6D9D7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12203-50B2-70F2-F6E6-4E18C693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A44F5-68DD-CB90-3FB9-B1AFE2FEE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272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3499A-FC09-A571-DF6D-D92027282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E425C-4A3C-27C3-0A0B-3C0ADDB2B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9BF5D-CB91-341C-FD09-FB3E4BB83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C1E-7620-AD4E-A9F4-3DFC39E6D9D7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B85F2-3D39-BD7C-32D1-66C3A112F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D53CF-2161-E245-5B92-6279228D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20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6D79-F794-F70E-4712-7BEEA4709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A93A7-81CB-CE58-CD3F-3D7E9D3204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67669-D33B-F865-AE9F-C95C5C307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2C4E7F-AC84-2A38-8E2C-0381C8387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C1E-7620-AD4E-A9F4-3DFC39E6D9D7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15778-0175-8C5A-18A2-6305D0E93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A22EB-99E2-1DE0-6675-F1814D3F9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52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B7BCA-D9E9-6EC5-03D9-1E614ABCB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8FD3C-8DA9-E79F-0F9E-C0F7422BE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FC933-C9A2-3D5A-AB32-FE37F025E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CFDB20-FBF7-2A22-0ED7-F30935904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DEAB84-635A-B04A-7745-F6C005AB75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264577-03BC-2A02-5DFF-88CB9EFC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C1E-7620-AD4E-A9F4-3DFC39E6D9D7}" type="datetimeFigureOut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CAA103-5386-EFF0-480F-22C55EE3A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689A4F-207E-92BE-DC6C-916610D9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97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745C5-DEF3-8782-F7DC-C401EF75B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4BBF39-B626-FFFB-08CE-EC7C3EA08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C1E-7620-AD4E-A9F4-3DFC39E6D9D7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18B8C7-2383-AC10-61A3-79C68263C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900A7-6D49-193D-EC25-2FC0631C6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6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2F36B-425D-F7DB-94B3-2DBB3472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C1E-7620-AD4E-A9F4-3DFC39E6D9D7}" type="datetimeFigureOut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AD8C04-9C5C-6A6A-59CC-5D008D98F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5E9D8-5757-B4E1-E100-4C32A0516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904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C13-ADE4-EC01-D617-E73ACC0D4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252BC-4C29-89B6-9FDE-F25510DED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0F35BF-33F6-1BC5-63F5-739B0EB29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E3F5F-C3C9-2889-884F-0192BAE02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C1E-7620-AD4E-A9F4-3DFC39E6D9D7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E8B09-14DF-A41C-14FF-153D5DB8C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AB2A3-9107-18EE-1C3F-6E5531C8F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3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ED813-377F-B2C5-F864-DBE5C6305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7ED8C8-A452-FF52-6AA7-7FD78259BB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CD50B-0108-44E3-F98B-FEC4EBA0B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77796-005B-A34B-C1B0-91297DD6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C1E-7620-AD4E-A9F4-3DFC39E6D9D7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20F74-C83D-247A-BCA3-B41271D73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CE8D8-93B2-449D-3C2B-F200929DD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057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DA927-9A42-8F6F-2FE5-52D23E999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F87482-9D82-08B9-6A82-9523BF19C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C158C-8634-7E05-9AB9-F99B87EC2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C1E-7620-AD4E-A9F4-3DFC39E6D9D7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3B8DA-5382-03EC-B61F-A830C5CEA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ECED4-61A1-EE79-826F-DB993C496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626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DA65A6-1A8D-5BA2-5A8D-EFD65B0049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FB1F8D-D750-2656-995E-0871EE0A6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571FF-53D9-4D1F-CB95-52D49A048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C1E-7620-AD4E-A9F4-3DFC39E6D9D7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3FA6E-1284-0FFE-52E8-456BFB038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6EB1D-92B5-8446-9F80-566BB293F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5D5198-EAE4-C5DB-01F8-D6020248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A768E-16F8-2280-EF61-DA26F7EDE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5A0D0-5130-9B96-FAED-461D64020D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387C1E-7620-AD4E-A9F4-3DFC39E6D9D7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32296-18FC-D28D-B0D1-E4B7CEAC55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40211-3737-F09B-9134-A72085926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09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922916-06B0-8C28-5540-18CF55659175}"/>
                  </a:ext>
                </a:extLst>
              </p:cNvPr>
              <p:cNvSpPr txBox="1"/>
              <p:nvPr/>
            </p:nvSpPr>
            <p:spPr>
              <a:xfrm>
                <a:off x="2612553" y="2792770"/>
                <a:ext cx="577658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</m:oMath>
                  </m:oMathPara>
                </a14:m>
                <a:endParaRPr lang="en-US" sz="4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922916-06B0-8C28-5540-18CF55659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553" y="2792770"/>
                <a:ext cx="577658" cy="769441"/>
              </a:xfrm>
              <a:prstGeom prst="rect">
                <a:avLst/>
              </a:prstGeom>
              <a:blipFill>
                <a:blip r:embed="rId2"/>
                <a:stretch>
                  <a:fillRect l="-8511" t="-27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E6F7681-922F-56F5-7B88-513CA959B5C2}"/>
              </a:ext>
            </a:extLst>
          </p:cNvPr>
          <p:cNvCxnSpPr>
            <a:cxnSpLocks/>
          </p:cNvCxnSpPr>
          <p:nvPr/>
        </p:nvCxnSpPr>
        <p:spPr>
          <a:xfrm flipH="1">
            <a:off x="2373028" y="1025580"/>
            <a:ext cx="6134868" cy="1767190"/>
          </a:xfrm>
          <a:prstGeom prst="line">
            <a:avLst/>
          </a:prstGeom>
          <a:ln w="50800">
            <a:solidFill>
              <a:schemeClr val="accent1"/>
            </a:solidFill>
            <a:head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86EBB44-5307-13BD-8859-E38E53B64BAE}"/>
              </a:ext>
            </a:extLst>
          </p:cNvPr>
          <p:cNvCxnSpPr>
            <a:cxnSpLocks/>
            <a:stCxn id="43" idx="4"/>
          </p:cNvCxnSpPr>
          <p:nvPr/>
        </p:nvCxnSpPr>
        <p:spPr>
          <a:xfrm flipH="1">
            <a:off x="2002934" y="2469525"/>
            <a:ext cx="1894521" cy="2337875"/>
          </a:xfrm>
          <a:prstGeom prst="line">
            <a:avLst/>
          </a:prstGeom>
          <a:ln w="50800">
            <a:solidFill>
              <a:schemeClr val="accent3"/>
            </a:solidFill>
            <a:head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8631284-B3D0-987C-3E5B-FE55EBDA795A}"/>
              </a:ext>
            </a:extLst>
          </p:cNvPr>
          <p:cNvGrpSpPr/>
          <p:nvPr/>
        </p:nvGrpSpPr>
        <p:grpSpPr>
          <a:xfrm>
            <a:off x="3988677" y="999169"/>
            <a:ext cx="4055890" cy="1334741"/>
            <a:chOff x="4621911" y="1527550"/>
            <a:chExt cx="4055890" cy="1334741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2B3054E-C619-C7B4-0644-428B5F7278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21911" y="1709871"/>
              <a:ext cx="4055890" cy="1152420"/>
            </a:xfrm>
            <a:prstGeom prst="line">
              <a:avLst/>
            </a:prstGeom>
            <a:ln w="60325">
              <a:solidFill>
                <a:srgbClr val="FF0000"/>
              </a:solidFill>
              <a:head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F7C34C1-B181-9924-395B-8F6DA857CB14}"/>
                    </a:ext>
                  </a:extLst>
                </p:cNvPr>
                <p:cNvSpPr txBox="1"/>
                <p:nvPr/>
              </p:nvSpPr>
              <p:spPr>
                <a:xfrm>
                  <a:off x="6079134" y="1527550"/>
                  <a:ext cx="874791" cy="76944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acc>
                          <m:accPr>
                            <m:chr m:val="̂"/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oMath>
                    </m:oMathPara>
                  </a14:m>
                  <a:endParaRPr lang="en-US" sz="4400" dirty="0"/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F7C34C1-B181-9924-395B-8F6DA857CB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9134" y="1527550"/>
                  <a:ext cx="874791" cy="769441"/>
                </a:xfrm>
                <a:prstGeom prst="rect">
                  <a:avLst/>
                </a:prstGeom>
                <a:blipFill>
                  <a:blip r:embed="rId3"/>
                  <a:stretch>
                    <a:fillRect l="-1429" t="-967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1C53D756-6450-5CC6-D416-A320915F57EB}"/>
              </a:ext>
            </a:extLst>
          </p:cNvPr>
          <p:cNvSpPr txBox="1"/>
          <p:nvPr/>
        </p:nvSpPr>
        <p:spPr>
          <a:xfrm>
            <a:off x="8690279" y="733192"/>
            <a:ext cx="9300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Line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72BB1D4-1769-EDF4-840D-C1A357FCE6A6}"/>
              </a:ext>
            </a:extLst>
          </p:cNvPr>
          <p:cNvSpPr/>
          <p:nvPr/>
        </p:nvSpPr>
        <p:spPr>
          <a:xfrm>
            <a:off x="1858740" y="4698501"/>
            <a:ext cx="178660" cy="1786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E7E2079-1849-968B-CBB1-330A1520F599}"/>
              </a:ext>
            </a:extLst>
          </p:cNvPr>
          <p:cNvSpPr/>
          <p:nvPr/>
        </p:nvSpPr>
        <p:spPr>
          <a:xfrm>
            <a:off x="3808125" y="2290865"/>
            <a:ext cx="178660" cy="1786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5D3D892-F8CF-9A04-2DE5-4700CA809368}"/>
              </a:ext>
            </a:extLst>
          </p:cNvPr>
          <p:cNvSpPr/>
          <p:nvPr/>
        </p:nvSpPr>
        <p:spPr>
          <a:xfrm>
            <a:off x="7955237" y="1100621"/>
            <a:ext cx="178660" cy="1786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71888C-E7E3-3CC2-26A1-E28281DB7648}"/>
                  </a:ext>
                </a:extLst>
              </p:cNvPr>
              <p:cNvSpPr txBox="1"/>
              <p:nvPr/>
            </p:nvSpPr>
            <p:spPr>
              <a:xfrm>
                <a:off x="5389077" y="2712203"/>
                <a:ext cx="283988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sz="4400" b="0" i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𝑡</m:t>
                      </m:r>
                      <m:acc>
                        <m:accPr>
                          <m:chr m:val="̂"/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n-US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71888C-E7E3-3CC2-26A1-E28281DB7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077" y="2712203"/>
                <a:ext cx="2839880" cy="769441"/>
              </a:xfrm>
              <a:prstGeom prst="rect">
                <a:avLst/>
              </a:prstGeom>
              <a:blipFill>
                <a:blip r:embed="rId4"/>
                <a:stretch>
                  <a:fillRect l="-1786" t="-29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6106C39-0F7B-C339-8E63-BCC097C94A12}"/>
              </a:ext>
            </a:extLst>
          </p:cNvPr>
          <p:cNvSpPr txBox="1"/>
          <p:nvPr/>
        </p:nvSpPr>
        <p:spPr>
          <a:xfrm>
            <a:off x="2037400" y="4683243"/>
            <a:ext cx="12442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Origin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F5D970A-6C92-5A40-7A42-A299241C2F66}"/>
              </a:ext>
            </a:extLst>
          </p:cNvPr>
          <p:cNvCxnSpPr>
            <a:cxnSpLocks/>
            <a:stCxn id="45" idx="4"/>
            <a:endCxn id="42" idx="3"/>
          </p:cNvCxnSpPr>
          <p:nvPr/>
        </p:nvCxnSpPr>
        <p:spPr>
          <a:xfrm flipH="1">
            <a:off x="1884904" y="1279281"/>
            <a:ext cx="6159663" cy="3571716"/>
          </a:xfrm>
          <a:prstGeom prst="line">
            <a:avLst/>
          </a:prstGeom>
          <a:ln w="50800">
            <a:solidFill>
              <a:schemeClr val="accent2"/>
            </a:solidFill>
            <a:head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563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11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Prosper</dc:creator>
  <cp:lastModifiedBy>Harrison Prosper</cp:lastModifiedBy>
  <cp:revision>4</cp:revision>
  <dcterms:created xsi:type="dcterms:W3CDTF">2026-02-09T21:45:33Z</dcterms:created>
  <dcterms:modified xsi:type="dcterms:W3CDTF">2026-02-10T17:04:49Z</dcterms:modified>
</cp:coreProperties>
</file>